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Academic Assistant\nA Final Year 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Hallucinations and lack of local knowledge in modern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(Retrieval Augmented Generation) using FAISS and Groq Llama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Backend + HTML5/CSS3/JS Frontend.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Futuristic Emerald Glassmorphism Theme.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 Support, Multi-format Parsing, Persistent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